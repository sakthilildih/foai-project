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62fa0ea-76e8-c6f2-3349-50a1ee10e338}">
          <p14:sldIdLst>
            <p14:sldId id="256"/>
          </p14:sldIdLst>
        </p14:section>
        <p14:section name="Problem" id="{e22e537e-2254-0dd6-dbae-ed2513db052c}">
          <p14:sldIdLst>
            <p14:sldId id="257"/>
          </p14:sldIdLst>
        </p14:section>
        <p14:section name="Solution" id="{de9d8ed8-d1ec-2799-4ac4-3dcd5ef0b4e4}">
          <p14:sldIdLst>
            <p14:sldId id="258"/>
          </p14:sldIdLst>
        </p14:section>
        <p14:section name="Technical approach" id="{4df04626-44c9-a2b1-45a5-70b6875bddc8}">
          <p14:sldIdLst>
            <p14:sldId id="259"/>
            <p14:sldId id="260"/>
            <p14:sldId id="261"/>
            <p14:sldId id="262"/>
            <p14:sldId id="263"/>
          </p14:sldIdLst>
        </p14:section>
        <p14:section name="Evaluation" id="{66354566-644e-d8d5-caf3-4920ca152076}">
          <p14:sldIdLst>
            <p14:sldId id="264"/>
          </p14:sldIdLst>
        </p14:section>
        <p14:section name="Conclusion" id="{4d825dac-7ad0-11f5-aede-a733bcb5c2f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simulation of an intelligent traffic signal that adapts to live traffic and gives ambulances a green corridor.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 Traffic Management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AI-driven adaptive signals with an emergency green corridor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Fundamentals of AI · Course 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309360" y="1188720"/>
            <a:ext cx="2468880" cy="2468880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98157" y="1188720"/>
            <a:ext cx="691286" cy="24688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2077517"/>
            <a:ext cx="2468880" cy="69128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423160"/>
            <a:ext cx="2468880" cy="345643"/>
          </a:xfrm>
          <a:prstGeom prst="rect">
            <a:avLst/>
          </a:prstGeom>
          <a:solidFill>
            <a:srgbClr val="22C55E">
              <a:alpha val="5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1188720"/>
            <a:ext cx="0" cy="888797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543800" y="2768803"/>
            <a:ext cx="0" cy="888797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262165" y="1298448"/>
            <a:ext cx="217627" cy="219456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5589" y="1261872"/>
            <a:ext cx="290779" cy="292608"/>
          </a:xfrm>
          <a:prstGeom prst="rect">
            <a:avLst/>
          </a:prstGeom>
          <a:ln w="15875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2165" y="1591056"/>
            <a:ext cx="217627" cy="219456"/>
          </a:xfrm>
          <a:prstGeom prst="rect">
            <a:avLst/>
          </a:prstGeom>
          <a:solidFill>
            <a:srgbClr val="60A5F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5589" y="1554480"/>
            <a:ext cx="290779" cy="292608"/>
          </a:xfrm>
          <a:prstGeom prst="rect">
            <a:avLst/>
          </a:prstGeom>
          <a:ln w="15875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2165" y="1883664"/>
            <a:ext cx="217627" cy="219456"/>
          </a:xfrm>
          <a:prstGeom prst="rect">
            <a:avLst/>
          </a:prstGeom>
          <a:solidFill>
            <a:srgbClr val="F472B6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5589" y="1847088"/>
            <a:ext cx="290779" cy="292608"/>
          </a:xfrm>
          <a:prstGeom prst="rect">
            <a:avLst/>
          </a:prstGeom>
          <a:ln w="15875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459736"/>
            <a:ext cx="384048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1384" y="2423160"/>
            <a:ext cx="457200" cy="345643"/>
          </a:xfrm>
          <a:prstGeom prst="rect">
            <a:avLst/>
          </a:prstGeom>
          <a:ln w="1905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1384" y="2221992"/>
            <a:ext cx="1005840" cy="18288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AMBULANCE 98%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23837" y="1574597"/>
            <a:ext cx="164592" cy="420624"/>
          </a:xfrm>
          <a:prstGeom prst="roundRect">
            <a:avLst>
              <a:gd name="adj" fmla="val 22222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51269" y="1602029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51269" y="1730045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51269" y="1858061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0883" y="2841955"/>
            <a:ext cx="164592" cy="420624"/>
          </a:xfrm>
          <a:prstGeom prst="roundRect">
            <a:avLst>
              <a:gd name="adj" fmla="val 22222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8315" y="2869387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8315" y="2997403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8315" y="3125419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Fixed-timer signals can't see traffic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45161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Fixed timing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27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Lights change on a clock, even when a road is empty.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5488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Long queues build up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724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Busy roads wait at red while empty roads get green.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4747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64617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Emergency delays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822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Ambulances get stuck behind queues at red lights.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577840" y="1280160"/>
            <a:ext cx="3108960" cy="3063240"/>
          </a:xfrm>
          <a:prstGeom prst="roundRect">
            <a:avLst>
              <a:gd name="adj" fmla="val 298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5448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852160" y="23774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Every second an ambulance waits at a red light can matter for the patient.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85216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Goal: signals that respond to real traffic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AI agent that watches and adapts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1089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Detect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Cameras draw a box around every vehicle and count cars in each lane.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73552" y="1280160"/>
            <a:ext cx="2606040" cy="31089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47872" y="15544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82" y="17487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47872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Adapt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47872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Green time grows with the queue. Empty roads give up their green early.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89904" y="1280160"/>
            <a:ext cx="2606040" cy="31089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64224" y="155448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534" y="174879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64224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Prioritise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64224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When an ambulance is seen, its road turns green and stays green until it crosses.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camera to signal in four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83080" cy="265176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0020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7945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Sense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Cameras watch a detection zone on each lane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76856" y="2560320"/>
            <a:ext cx="292608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6040" y="1371600"/>
            <a:ext cx="1783080" cy="265176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60" y="160020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17945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Perceive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 vehicles, count them, spot ambulances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425696" y="2560320"/>
            <a:ext cx="292608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1371600"/>
            <a:ext cx="1783080" cy="265176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57800" y="16002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110" y="179451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9204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Decide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892040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Agent picks the green road and its green time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574536" y="2560320"/>
            <a:ext cx="292608" cy="29260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371600"/>
            <a:ext cx="1783080" cy="265176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06640" y="16002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1794510"/>
            <a:ext cx="388620" cy="3886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Act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040880" y="2926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Switch the signal: green → yellow → red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loop repeats every frame, so the signal always reacts to the latest traffic.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Agent design (PEAS)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52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36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Low average wait time, more cars passed, fast ambulance passage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075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Environment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4-way junction with cars and ambulances arriving at random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Actuators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Traffic lights for the North–South and East–West roads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721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Sensors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Cameras with detection zones that count vehicles in each lane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123444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508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9164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94360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Agent type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Model-based reflex agent with priority rules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It uses current percepts (queue counts) plus internal state (current phase and timer).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agent decides green 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749040" cy="3063240"/>
          </a:xfrm>
          <a:prstGeom prst="roundRect">
            <a:avLst>
              <a:gd name="adj" fmla="val 298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ADAPTIVE GREEN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Green = 5s + 1.5s × queue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Capped at 25 seconds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At least 6 seconds once green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1D5DB"/>
                </a:solidFill>
              </a:rPr>
              <a:t>3-second yellow between phases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Checked in priority order: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Ambulance detected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Give its road green and hold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331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Green time used up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Switch to the other road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30175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Green road is empty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264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Switch early if others are waiting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2628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Other road much busier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Queue &gt; 2 × current + 3, so switch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Ambulances get a green corridor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3291840"/>
          </a:xfrm>
          <a:prstGeom prst="rect">
            <a:avLst/>
          </a:prstGeom>
          <a:solidFill>
            <a:srgbClr val="4D7C0F"/>
          </a:solidFill>
          <a:ln w="12700">
            <a:solidFill>
              <a:srgbClr val="4D7C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2262" y="1188720"/>
            <a:ext cx="921715" cy="32918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73782"/>
            <a:ext cx="3291840" cy="921715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34640"/>
            <a:ext cx="3291840" cy="460858"/>
          </a:xfrm>
          <a:prstGeom prst="rect">
            <a:avLst/>
          </a:prstGeom>
          <a:solidFill>
            <a:srgbClr val="22C55E">
              <a:alpha val="5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188720"/>
            <a:ext cx="0" cy="1185062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03120" y="3295498"/>
            <a:ext cx="0" cy="1185062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706270" y="1298448"/>
            <a:ext cx="332842" cy="219456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9694" y="1261872"/>
            <a:ext cx="405994" cy="292608"/>
          </a:xfrm>
          <a:prstGeom prst="rect">
            <a:avLst/>
          </a:prstGeom>
          <a:ln w="15875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6270" y="1591056"/>
            <a:ext cx="332842" cy="219456"/>
          </a:xfrm>
          <a:prstGeom prst="rect">
            <a:avLst/>
          </a:prstGeom>
          <a:solidFill>
            <a:srgbClr val="60A5FA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9694" y="1554480"/>
            <a:ext cx="405994" cy="292608"/>
          </a:xfrm>
          <a:prstGeom prst="rect">
            <a:avLst/>
          </a:prstGeom>
          <a:ln w="15875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6270" y="1883664"/>
            <a:ext cx="332842" cy="219456"/>
          </a:xfrm>
          <a:prstGeom prst="rect">
            <a:avLst/>
          </a:prstGeom>
          <a:solidFill>
            <a:srgbClr val="F472B6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9694" y="1847088"/>
            <a:ext cx="405994" cy="292608"/>
          </a:xfrm>
          <a:prstGeom prst="rect">
            <a:avLst/>
          </a:prstGeom>
          <a:ln w="15875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871216"/>
            <a:ext cx="384048" cy="3877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2834640"/>
            <a:ext cx="457200" cy="460858"/>
          </a:xfrm>
          <a:prstGeom prst="rect">
            <a:avLst/>
          </a:prstGeom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2633472"/>
            <a:ext cx="1005840" cy="18288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AMBULANCE 98%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67942" y="1870862"/>
            <a:ext cx="164592" cy="420624"/>
          </a:xfrm>
          <a:prstGeom prst="roundRect">
            <a:avLst>
              <a:gd name="adj" fmla="val 22222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5374" y="189829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95374" y="2026310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5374" y="2154326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5418" y="3368650"/>
            <a:ext cx="164592" cy="420624"/>
          </a:xfrm>
          <a:prstGeom prst="roundRect">
            <a:avLst>
              <a:gd name="adj" fmla="val 22222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82850" y="3396082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82850" y="3524098"/>
            <a:ext cx="109728" cy="10972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2850" y="365211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062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camera detects the ambulance with a red box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206240" y="190195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062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its road is red, the signal goes yellow, then green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206240" y="252374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0624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2569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Its lane is highlighted green on the road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314553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3191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green holds until the ambulance has crossed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206240" y="3767328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0624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3813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Then normal adaptive control resumes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Lightweight build: one HTML 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259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HTML5 Canvas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019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Draws roads, cars and signals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3552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2152" y="155448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02" y="17259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25112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325112" y="19019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Simulation loop and agent logic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89904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18504" y="1554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954" y="17259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41464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Rule-based AI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141464" y="19019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Adaptive timing and emergency priority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88036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85800" y="315468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261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Simulated vision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35021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Bounding boxes with confidence scores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3552" y="288036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502152" y="315468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3602" y="332613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25112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dashboard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325112" y="35021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Queues, cars passed, average wait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89904" y="288036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18504" y="31546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954" y="332613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41464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Runs anywhere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7141464" y="35021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Opens offline in any browser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Fixed timer vs AI adaptive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116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Fixed timer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10 seconds per road, always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Ignores how many cars are waiting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Ambulance waits for its turn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348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70" y="16116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adaptive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2286000"/>
            <a:ext cx="3429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Green time follows the queue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Switches early when a road is empty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Instant green corridor for ambulances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Demo: toggle "AI Adaptive" in the simulation and compare the average wait and cars passed.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From simulation to a real junction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760720" y="10972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143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Real camera detection with YOLO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116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465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Reinforcement learning (Q-learning) for timing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760720" y="2651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78892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465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Coordinate many junctions as a green wave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760720" y="34290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5661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4652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GPS / IoT alerts from ambulances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Traffic">
  <a:themeElements>
    <a:clrScheme name="Smart Traffic">
      <a:dk1>
        <a:srgbClr val="111827"/>
      </a:dk1>
      <a:lt1>
        <a:srgbClr val="FFFFFF"/>
      </a:lt1>
      <a:dk2>
        <a:srgbClr val="374151"/>
      </a:dk2>
      <a:lt2>
        <a:srgbClr val="F3F4F6"/>
      </a:lt2>
      <a:accent1>
        <a:srgbClr val="16A34A"/>
      </a:accent1>
      <a:accent2>
        <a:srgbClr val="F59E0B"/>
      </a:accent2>
      <a:accent3>
        <a:srgbClr val="DC2626"/>
      </a:accent3>
      <a:accent4>
        <a:srgbClr val="38BDF8"/>
      </a:accent4>
      <a:accent5>
        <a:srgbClr val="6B7280"/>
      </a:accent5>
      <a:accent6>
        <a:srgbClr val="7C3AED"/>
      </a:accent6>
      <a:hlink>
        <a:srgbClr val="2563EB"/>
      </a:hlink>
      <a:folHlink>
        <a:srgbClr val="7C3AED"/>
      </a:folHlink>
    </a:clrScheme>
    <a:fontScheme name="Smart Traffi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Management</dc:title>
  <dc:subject>PptxGenJS Presentation</dc:subject>
  <dc:creator>PptxGenJS</dc:creator>
  <cp:lastModifiedBy>PptxGenJS</cp:lastModifiedBy>
  <cp:revision>1</cp:revision>
  <dcterms:created xsi:type="dcterms:W3CDTF">2026-10-13T00:45:41Z</dcterms:created>
  <dcterms:modified xsi:type="dcterms:W3CDTF">2026-10-13T00:45:41Z</dcterms:modified>
</cp:coreProperties>
</file>